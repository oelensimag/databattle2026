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1"/>
  </p:normalViewPr>
  <p:slideViewPr>
    <p:cSldViewPr snapToGrid="0" snapToObjects="1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7F1B-5EC8-4B46-88ED-F211C2FDC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D364C-5D19-7E4E-BD12-9872D2A1D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94748-5410-8148-82D9-889EF3D4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A2C91-6D18-A645-A0F9-D24C1E2A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78BDE-0653-6D4A-BD24-491F9068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7581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46383-8F88-104A-8DD4-DBF41C4E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5DCA-EC6A-1A4D-A36D-6C88D0E02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9A6AF-02F4-BF45-BA1F-562E15D3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2C374-476E-3C43-9930-1B7AEDD5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5332F-0E6C-2646-B830-B56F01FA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22331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5C6E-F770-EF4E-BD29-FF89A1A0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DAC55-91C5-7E42-863A-2265DACA1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6AD4A-CEB8-3C47-9019-E62EF674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4F5FE-3C46-2841-A2C9-D8429E2B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02382-A85D-FA44-BDF0-F9B09E00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46086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C166-0822-2340-9B96-999E5EDF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DBBC0-8EB4-7F4D-963C-E78A0EF53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44BBC-C7C1-7F4D-817A-4E15922AB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22EC4-39C8-DA42-B330-0E8B8366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B2A7B-3080-C246-8031-C55263A91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D770C-571B-4245-A7EB-26949C8E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63254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D62C-D40E-C945-9DB7-4D74DA1E5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D2F21-6E16-E848-A234-1A84239C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22363-1FD6-A64C-A4C9-F9C66D7B8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E0CE9-FC7F-2943-BCC5-D3AB619C8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44CF2-BA50-FE4B-9A33-97B622267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7574D-F494-0646-A036-F7C8A3CC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172E5-F80B-5141-8B50-AADC3826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BA502-4C58-F54E-B875-70B8B4D8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35548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EF6F-4382-244F-BAFD-837F8D64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4ECA5-B02B-5145-8296-FFDDC4C5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5A127-DFDF-1347-99A7-18F279F7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8049-38E7-7E49-A663-6AE70A49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9437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FCF1FC-308E-8C46-B001-4B3FD672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9CE05-D1F2-3A4C-997D-8EEE510E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81FAC-613A-E944-8495-5846FA10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26541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0E07-A673-BE4D-ABCE-78A8EA8D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98CA-BAC6-D74D-BB8C-127D313A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DE7D2-0631-E04A-B027-52653CECA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CFFA6-9CB9-FF42-8517-DBD77C94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E3416-58A8-8047-A291-0C1DA3D3B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40824-CDB8-BD42-B6D4-0D098949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76725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FEB9-671D-8C46-90E0-BC80C72AA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338D3-C321-D14C-A2E0-081471A91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37EF1-6D57-8A43-9730-3ABC11B56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9D2ED-7D88-4447-A808-B3F8BB37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940B5-3B78-EE4F-8826-01594E68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3FCF6-4553-0844-990A-41B95CA4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3446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1565-00C9-F547-9BF7-9299A2D7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B4BBA-AF0C-274A-B3E0-D58E71B9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9019B-007E-024B-8199-6035A5CC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478FE-FB56-1540-9299-6CFDBD6C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7A3AD-9492-C04E-A494-9B85A329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06936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0842A-E865-0E47-AF56-A27836D3A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BCC8C-32A8-2E45-92F4-BF2AFCAAD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91B21-1DF7-D84D-8DB5-B51608BA5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1F11C-B57C-0A4B-9FB8-C8E7B1AE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4B6D7-03CD-A246-8C63-8EBA31C3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87112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7C591-BBBB-014D-BDDE-8B373259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0E77D-8182-F94F-9CC6-8160FDA9E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756B-9FAF-7148-9061-F587F8A74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40FB2-B3CA-1546-BCA5-0641F62B9B89}" type="datetimeFigureOut">
              <a:rPr lang="en-MA" smtClean="0"/>
              <a:t>8/3/2026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2F396-ACFE-2C4C-B898-BC6AD5026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322D-C35E-CA42-937D-8AC7E5CA4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A2056-4666-E146-AAFC-97A6E7E49A94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92322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B28324-CD58-2A4D-A5CC-346DDDEF45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61421"/>
            <a:ext cx="10035807" cy="68439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ADA589-A9E1-D248-8F3B-5DE156264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807" y="2617623"/>
            <a:ext cx="9144000" cy="117874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effectLst/>
              </a:rPr>
              <a:t>la </a:t>
            </a:r>
            <a:r>
              <a:rPr lang="en-US" b="1" dirty="0" err="1">
                <a:effectLst/>
              </a:rPr>
              <a:t>prévention</a:t>
            </a:r>
            <a:r>
              <a:rPr lang="en-US" b="1" dirty="0">
                <a:effectLst/>
              </a:rPr>
              <a:t> des</a:t>
            </a:r>
            <a:r>
              <a:rPr lang="en-US" b="1" dirty="0"/>
              <a:t> </a:t>
            </a:r>
            <a:r>
              <a:rPr lang="en-US" b="1" dirty="0" err="1">
                <a:effectLst/>
              </a:rPr>
              <a:t>orages</a:t>
            </a:r>
            <a:endParaRPr lang="en-M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D2A0A-8CDE-4449-BE50-60D99807D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5807" y="5512882"/>
            <a:ext cx="3000853" cy="1655762"/>
          </a:xfrm>
        </p:spPr>
        <p:txBody>
          <a:bodyPr>
            <a:normAutofit/>
          </a:bodyPr>
          <a:lstStyle/>
          <a:p>
            <a:pPr algn="l"/>
            <a:r>
              <a:rPr lang="en-US" sz="1400" b="1" dirty="0"/>
              <a:t>EL OUADIFI Othmane</a:t>
            </a:r>
          </a:p>
          <a:p>
            <a:pPr algn="l"/>
            <a:r>
              <a:rPr lang="en-US" sz="1400" b="1" dirty="0"/>
              <a:t>OUKHTITE Omar</a:t>
            </a:r>
          </a:p>
          <a:p>
            <a:pPr algn="l"/>
            <a:r>
              <a:rPr lang="en-US" sz="1400" b="1" dirty="0"/>
              <a:t>IBDRAHIM Omar</a:t>
            </a:r>
          </a:p>
          <a:p>
            <a:pPr algn="l"/>
            <a:r>
              <a:rPr lang="en-US" sz="1400" b="1" dirty="0"/>
              <a:t>CHLIHI </a:t>
            </a:r>
            <a:r>
              <a:rPr lang="en-US" sz="1400" b="1" dirty="0" err="1"/>
              <a:t>Mohemed</a:t>
            </a:r>
            <a:r>
              <a:rPr lang="en-US" sz="1400" b="1" dirty="0"/>
              <a:t> Ziyad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CB1099-9B4C-4148-AE42-1965035F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750" y="8876"/>
            <a:ext cx="2683250" cy="1076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0F206F-A103-2C4A-ABF5-4DFF3E4C6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264" y="131373"/>
            <a:ext cx="3269168" cy="72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1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8FFC-0C62-874D-A84C-6E07D504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A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9EFB53-06DA-FB49-A5B3-985D34183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078" y="0"/>
            <a:ext cx="9475584" cy="6870602"/>
          </a:xfrm>
        </p:spPr>
      </p:pic>
    </p:spTree>
    <p:extLst>
      <p:ext uri="{BB962C8B-B14F-4D97-AF65-F5344CB8AC3E}">
        <p14:creationId xmlns:p14="http://schemas.microsoft.com/office/powerpoint/2010/main" val="159983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la prévention des orages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prévention des orages</dc:title>
  <dc:creator>EL OUADIFI Othmane</dc:creator>
  <cp:lastModifiedBy>EL OUADIFI Othmane</cp:lastModifiedBy>
  <cp:revision>2</cp:revision>
  <dcterms:created xsi:type="dcterms:W3CDTF">2026-03-08T16:47:50Z</dcterms:created>
  <dcterms:modified xsi:type="dcterms:W3CDTF">2026-03-08T19:44:40Z</dcterms:modified>
</cp:coreProperties>
</file>